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3248"/>
    <a:srgbClr val="1E293B"/>
    <a:srgbClr val="0F172A"/>
    <a:srgbClr val="001233"/>
    <a:srgbClr val="002855"/>
    <a:srgbClr val="153243"/>
    <a:srgbClr val="F1F5F9"/>
    <a:srgbClr val="10B981"/>
    <a:srgbClr val="1A1B1B"/>
    <a:srgbClr val="ECE4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F86DEF-8E6B-48B7-997A-F22D7C39C98A}" v="15" dt="2026-03-09T11:22:37.2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ston Longhino" userId="644c49ecab6d410e" providerId="LiveId" clId="{EEF8FFAD-D1F6-4C4F-8D82-A2C789D9AC41}"/>
    <pc:docChg chg="undo redo custSel modSld">
      <pc:chgData name="Gaston Longhino" userId="644c49ecab6d410e" providerId="LiveId" clId="{EEF8FFAD-D1F6-4C4F-8D82-A2C789D9AC41}" dt="2026-03-09T12:22:07.455" v="84" actId="14100"/>
      <pc:docMkLst>
        <pc:docMk/>
      </pc:docMkLst>
      <pc:sldChg chg="addSp delSp modSp mod setBg">
        <pc:chgData name="Gaston Longhino" userId="644c49ecab6d410e" providerId="LiveId" clId="{EEF8FFAD-D1F6-4C4F-8D82-A2C789D9AC41}" dt="2026-03-09T12:22:07.455" v="84" actId="14100"/>
        <pc:sldMkLst>
          <pc:docMk/>
          <pc:sldMk cId="520605060" sldId="256"/>
        </pc:sldMkLst>
        <pc:spChg chg="add mod">
          <ac:chgData name="Gaston Longhino" userId="644c49ecab6d410e" providerId="LiveId" clId="{EEF8FFAD-D1F6-4C4F-8D82-A2C789D9AC41}" dt="2026-03-09T12:22:07.455" v="84" actId="14100"/>
          <ac:spMkLst>
            <pc:docMk/>
            <pc:sldMk cId="520605060" sldId="256"/>
            <ac:spMk id="2" creationId="{5B3ADD1A-4D41-549A-F870-6BD2F19E803E}"/>
          </ac:spMkLst>
        </pc:spChg>
        <pc:spChg chg="add mod">
          <ac:chgData name="Gaston Longhino" userId="644c49ecab6d410e" providerId="LiveId" clId="{EEF8FFAD-D1F6-4C4F-8D82-A2C789D9AC41}" dt="2026-03-09T11:42:07.302" v="83" actId="207"/>
          <ac:spMkLst>
            <pc:docMk/>
            <pc:sldMk cId="520605060" sldId="256"/>
            <ac:spMk id="3" creationId="{9BA1B2D5-3E3D-507A-9941-7B6F2B03222A}"/>
          </ac:spMkLst>
        </pc:spChg>
        <pc:spChg chg="mod">
          <ac:chgData name="Gaston Longhino" userId="644c49ecab6d410e" providerId="LiveId" clId="{EEF8FFAD-D1F6-4C4F-8D82-A2C789D9AC41}" dt="2026-03-09T11:21:08.669" v="64" actId="207"/>
          <ac:spMkLst>
            <pc:docMk/>
            <pc:sldMk cId="520605060" sldId="256"/>
            <ac:spMk id="4" creationId="{30D26400-EA13-B968-A25F-1C146428075F}"/>
          </ac:spMkLst>
        </pc:spChg>
        <pc:spChg chg="add mod">
          <ac:chgData name="Gaston Longhino" userId="644c49ecab6d410e" providerId="LiveId" clId="{EEF8FFAD-D1F6-4C4F-8D82-A2C789D9AC41}" dt="2026-03-09T11:23:10.413" v="74" actId="207"/>
          <ac:spMkLst>
            <pc:docMk/>
            <pc:sldMk cId="520605060" sldId="256"/>
            <ac:spMk id="5" creationId="{912FCFAF-EC7A-B2E6-F404-489A4614132A}"/>
          </ac:spMkLst>
        </pc:spChg>
        <pc:spChg chg="del mod">
          <ac:chgData name="Gaston Longhino" userId="644c49ecab6d410e" providerId="LiveId" clId="{EEF8FFAD-D1F6-4C4F-8D82-A2C789D9AC41}" dt="2026-03-08T10:36:06.883" v="49" actId="21"/>
          <ac:spMkLst>
            <pc:docMk/>
            <pc:sldMk cId="520605060" sldId="256"/>
            <ac:spMk id="6" creationId="{398476D1-1B64-960F-4BB6-AEB1F407B13C}"/>
          </ac:spMkLst>
        </pc:spChg>
        <pc:spChg chg="add mod">
          <ac:chgData name="Gaston Longhino" userId="644c49ecab6d410e" providerId="LiveId" clId="{EEF8FFAD-D1F6-4C4F-8D82-A2C789D9AC41}" dt="2026-03-09T11:23:15.891" v="76" actId="207"/>
          <ac:spMkLst>
            <pc:docMk/>
            <pc:sldMk cId="520605060" sldId="256"/>
            <ac:spMk id="6" creationId="{A87A51B8-C1C8-2D6F-73AE-349DB9DC96A5}"/>
          </ac:spMkLst>
        </pc:spChg>
        <pc:spChg chg="add mod">
          <ac:chgData name="Gaston Longhino" userId="644c49ecab6d410e" providerId="LiveId" clId="{EEF8FFAD-D1F6-4C4F-8D82-A2C789D9AC41}" dt="2026-03-09T11:23:13.355" v="75" actId="207"/>
          <ac:spMkLst>
            <pc:docMk/>
            <pc:sldMk cId="520605060" sldId="256"/>
            <ac:spMk id="7" creationId="{F59FE516-427D-B89B-F9B8-809AE63FBF5B}"/>
          </ac:spMkLst>
        </pc:spChg>
        <pc:spChg chg="del mod">
          <ac:chgData name="Gaston Longhino" userId="644c49ecab6d410e" providerId="LiveId" clId="{EEF8FFAD-D1F6-4C4F-8D82-A2C789D9AC41}" dt="2026-03-08T10:36:19.248" v="54" actId="21"/>
          <ac:spMkLst>
            <pc:docMk/>
            <pc:sldMk cId="520605060" sldId="256"/>
            <ac:spMk id="10" creationId="{8B7DA604-B251-F568-FF46-871D69EEA454}"/>
          </ac:spMkLst>
        </pc:spChg>
        <pc:spChg chg="del mod">
          <ac:chgData name="Gaston Longhino" userId="644c49ecab6d410e" providerId="LiveId" clId="{EEF8FFAD-D1F6-4C4F-8D82-A2C789D9AC41}" dt="2026-03-08T10:36:10.724" v="50" actId="21"/>
          <ac:spMkLst>
            <pc:docMk/>
            <pc:sldMk cId="520605060" sldId="256"/>
            <ac:spMk id="11" creationId="{54EDC424-04D5-B0E1-7BCE-72E73C99A059}"/>
          </ac:spMkLst>
        </pc:spChg>
        <pc:spChg chg="del">
          <ac:chgData name="Gaston Longhino" userId="644c49ecab6d410e" providerId="LiveId" clId="{EEF8FFAD-D1F6-4C4F-8D82-A2C789D9AC41}" dt="2026-03-08T10:36:12.482" v="51" actId="21"/>
          <ac:spMkLst>
            <pc:docMk/>
            <pc:sldMk cId="520605060" sldId="256"/>
            <ac:spMk id="12" creationId="{25C109C0-753A-42C1-D223-C49FD0893727}"/>
          </ac:spMkLst>
        </pc:spChg>
        <pc:spChg chg="del">
          <ac:chgData name="Gaston Longhino" userId="644c49ecab6d410e" providerId="LiveId" clId="{EEF8FFAD-D1F6-4C4F-8D82-A2C789D9AC41}" dt="2026-03-08T10:36:16.779" v="53" actId="21"/>
          <ac:spMkLst>
            <pc:docMk/>
            <pc:sldMk cId="520605060" sldId="256"/>
            <ac:spMk id="13" creationId="{3D9F3043-789C-7855-A6AC-8A1AED12B061}"/>
          </ac:spMkLst>
        </pc:spChg>
        <pc:spChg chg="del">
          <ac:chgData name="Gaston Longhino" userId="644c49ecab6d410e" providerId="LiveId" clId="{EEF8FFAD-D1F6-4C4F-8D82-A2C789D9AC41}" dt="2026-03-08T10:36:14.447" v="52" actId="21"/>
          <ac:spMkLst>
            <pc:docMk/>
            <pc:sldMk cId="520605060" sldId="256"/>
            <ac:spMk id="14" creationId="{55BD0C80-10E9-B3AD-2B42-9C1323B1BD4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54C67B-BE99-433E-BB41-BEE28D6F38F9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9B5E29-AB08-402C-BC20-0907857E882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07799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9B5E29-AB08-402C-BC20-0907857E882A}" type="slidenum">
              <a:rPr lang="es-AR" smtClean="0"/>
              <a:t>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06744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DBF09E-310B-BC08-57C1-A109CEE830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3635AD-C161-5244-D4A8-BC228A8962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998BDF-2115-6E19-73D8-EFD6DD741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D0B70-8044-458B-9291-E947BB2FA3EF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3EBF7A-E66A-36DE-EE89-81ED91A5F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A506E6-B0F6-8120-A9BD-B8738F9F2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A53-F5F7-4F72-931C-239A1493DB8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72718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708151-663B-4CA4-799F-5DFB2F8C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B2FD92-35DE-71DD-0558-227DB59ED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0D1EE7-1EC8-CF26-274D-051D5E402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D0B70-8044-458B-9291-E947BB2FA3EF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DE62B8-85E6-AEAE-C521-747AE8793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414097-64FF-A26F-F2CD-B59A896C0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A53-F5F7-4F72-931C-239A1493DB8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94485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4DCFE2-BDCB-7686-AF6B-52F5B5027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3971BB-F02A-E9F8-F410-608216103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6F3231-C738-99B4-67C8-A50848B51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D0B70-8044-458B-9291-E947BB2FA3EF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1AF8F6-69D7-53E7-4198-EF82E0188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FFF4C0-8467-7073-F2AC-9FF5A750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A53-F5F7-4F72-931C-239A1493DB8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8867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093A86-78B5-076C-DC57-4D6513FC9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47E6C5-1D51-CBBA-9FD1-37FAC656C7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24D6A40-B134-5E7E-9FD8-4FD76D7D01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56F4620-222D-2830-12A0-2CE2548E6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D0B70-8044-458B-9291-E947BB2FA3EF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43C3016-6D18-AF12-4956-34CB3C2A6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B7F43F5-1FA3-89A4-50D9-40D79316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A53-F5F7-4F72-931C-239A1493DB8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48739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097A97-3539-2A68-E592-A3EC063DE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C67A4C-702E-6614-3C94-9F01925A7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13C7600-AFE8-C898-171D-14390A62A9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358E6B8-AB40-50D8-4D6A-C3E576D3D2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CFB3892-1FC4-6654-AE61-8500001FFF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D31E949-9A0E-CCB7-1BC2-8A1047F0F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D0B70-8044-458B-9291-E947BB2FA3EF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75E68C1-4DEC-D257-1EDE-D138E4980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AE319BA-4B76-EFE2-9E5E-3B5534DB1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A53-F5F7-4F72-931C-239A1493DB8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54291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D18456-93C8-9C61-DFD9-7E3352E28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2D63703-E630-4297-0355-427126D7C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D0B70-8044-458B-9291-E947BB2FA3EF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3665DC9-794A-4571-8879-1E036B19F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3537649-F8D5-B6DC-CB4A-7546CB2EC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A53-F5F7-4F72-931C-239A1493DB8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43424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FC808C2-ECAB-B998-E3A0-E7F610A3D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D0B70-8044-458B-9291-E947BB2FA3EF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810A7D0-B208-DCF0-E540-9F1253937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37E72D4-E917-2D4F-2C2C-28DDD20F3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A53-F5F7-4F72-931C-239A1493DB8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30152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4C0DEA-1C9C-4351-DF72-6F4B4CDCF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0A61B3-DC7B-63F5-0DEA-81D24A5AF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4E52912-0B5C-43CA-346C-B01570508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4EF4AAC-8894-F9A1-6F10-EB688081A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D0B70-8044-458B-9291-E947BB2FA3EF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397434D-74CC-C277-42BF-F2C61F433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657D125-AE1A-7378-F048-48B7BE5D8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A53-F5F7-4F72-931C-239A1493DB8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4745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484B6E-EF4C-7DED-8070-EB14A6017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72724C6-E479-B21C-DBE9-9D84350F44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3DA920-E81F-4EA0-A437-9811F27620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5FACFFE-7EA4-4080-DA9D-DAC0FA531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D0B70-8044-458B-9291-E947BB2FA3EF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4638250-2510-C01F-F8E0-B3D58A1D5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64D028-CB0A-C9B0-2F9B-019E507EC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A53-F5F7-4F72-931C-239A1493DB8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02814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6AD74D-0744-99DC-1406-0F2985C50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85823-A27B-FD10-AE62-4BD32FC22E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46B133-FE7D-05EE-662A-39D19AD88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D0B70-8044-458B-9291-E947BB2FA3EF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B5420C-2A4E-8A9E-ABE4-DA9656585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3E790A-05DF-4F38-E38A-202BB5F41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A53-F5F7-4F72-931C-239A1493DB8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8713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F24163A-BD07-517B-8646-541BBEE71D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94113FB-EE4F-D348-BD66-F643FE2496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89668-C8AB-B010-AB78-A3C9920FB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D0B70-8044-458B-9291-E947BB2FA3EF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D7A556-4B65-4BDD-5BCE-1AADCFD48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64B571-4A90-DCE6-C484-F06930ACC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A53-F5F7-4F72-931C-239A1493DB8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16868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A8325CD-6792-EA9A-D598-41079AE59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511D4A6-8032-AEDF-C00D-986B738A0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B878E5-1378-A616-B0FA-F22C10DC9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5D0B70-8044-458B-9291-E947BB2FA3EF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97559F-8FB2-F242-5849-2BDC88783E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534B22-1DC0-90D0-B1C5-26B26D0FA7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F79A53-F5F7-4F72-931C-239A1493DB8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0813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0D26400-EA13-B968-A25F-1C146428075F}"/>
              </a:ext>
            </a:extLst>
          </p:cNvPr>
          <p:cNvSpPr/>
          <p:nvPr/>
        </p:nvSpPr>
        <p:spPr>
          <a:xfrm>
            <a:off x="0" y="0"/>
            <a:ext cx="154650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5B3ADD1A-4D41-549A-F870-6BD2F19E803E}"/>
              </a:ext>
            </a:extLst>
          </p:cNvPr>
          <p:cNvSpPr/>
          <p:nvPr/>
        </p:nvSpPr>
        <p:spPr>
          <a:xfrm>
            <a:off x="1935956" y="853031"/>
            <a:ext cx="9751219" cy="637631"/>
          </a:xfrm>
          <a:prstGeom prst="roundRect">
            <a:avLst/>
          </a:prstGeom>
          <a:solidFill>
            <a:srgbClr val="1E29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9BA1B2D5-3E3D-507A-9941-7B6F2B03222A}"/>
              </a:ext>
            </a:extLst>
          </p:cNvPr>
          <p:cNvSpPr/>
          <p:nvPr/>
        </p:nvSpPr>
        <p:spPr>
          <a:xfrm>
            <a:off x="1671638" y="1643063"/>
            <a:ext cx="10294143" cy="1633536"/>
          </a:xfrm>
          <a:prstGeom prst="roundRect">
            <a:avLst/>
          </a:prstGeom>
          <a:solidFill>
            <a:srgbClr val="2432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912FCFAF-EC7A-B2E6-F404-489A4614132A}"/>
              </a:ext>
            </a:extLst>
          </p:cNvPr>
          <p:cNvSpPr/>
          <p:nvPr/>
        </p:nvSpPr>
        <p:spPr>
          <a:xfrm>
            <a:off x="1935956" y="3429000"/>
            <a:ext cx="4800600" cy="1493044"/>
          </a:xfrm>
          <a:prstGeom prst="roundRect">
            <a:avLst/>
          </a:prstGeom>
          <a:solidFill>
            <a:srgbClr val="1E29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A87A51B8-C1C8-2D6F-73AE-349DB9DC96A5}"/>
              </a:ext>
            </a:extLst>
          </p:cNvPr>
          <p:cNvSpPr/>
          <p:nvPr/>
        </p:nvSpPr>
        <p:spPr>
          <a:xfrm>
            <a:off x="1935956" y="5074444"/>
            <a:ext cx="4800600" cy="1493044"/>
          </a:xfrm>
          <a:prstGeom prst="roundRect">
            <a:avLst/>
          </a:prstGeom>
          <a:solidFill>
            <a:srgbClr val="1E29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F59FE516-427D-B89B-F9B8-809AE63FBF5B}"/>
              </a:ext>
            </a:extLst>
          </p:cNvPr>
          <p:cNvSpPr/>
          <p:nvPr/>
        </p:nvSpPr>
        <p:spPr>
          <a:xfrm>
            <a:off x="6886575" y="3429000"/>
            <a:ext cx="4800600" cy="3138488"/>
          </a:xfrm>
          <a:prstGeom prst="roundRect">
            <a:avLst/>
          </a:prstGeom>
          <a:solidFill>
            <a:srgbClr val="1E29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206050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1</Words>
  <Application>Microsoft Office PowerPoint</Application>
  <PresentationFormat>Panorámica</PresentationFormat>
  <Paragraphs>1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Gaston Longhino</dc:creator>
  <cp:lastModifiedBy>Gaston Longhino</cp:lastModifiedBy>
  <cp:revision>1</cp:revision>
  <dcterms:created xsi:type="dcterms:W3CDTF">2026-03-07T17:42:44Z</dcterms:created>
  <dcterms:modified xsi:type="dcterms:W3CDTF">2026-03-09T12:22:08Z</dcterms:modified>
</cp:coreProperties>
</file>